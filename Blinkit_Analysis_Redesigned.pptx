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1547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blink</a:t>
            </a:r>
            <a:r>
              <a:rPr lang="en-US" sz="56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|  Business Intelligence Report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063240"/>
            <a:ext cx="320040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291840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91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KPIs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3291840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3291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67328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673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Metrics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3767328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0F3460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37673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457200"/>
            <a:ext cx="2834640" cy="420624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640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$1.20M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1572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965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141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2441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 ($)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834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8,523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126480" y="3310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Sold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3.9★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126480" y="4178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blink</a:t>
            </a:r>
            <a:r>
              <a:rPr lang="en-US" sz="20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 </a:t>
            </a:r>
            <a:r>
              <a:rPr lang="en-US" sz="2000" b="1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Business Requirement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F5C518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Objective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comprehensive analysis of Blinkit's sales performance, customer satisfaction, and inventory distribution to identify key insights and opportunities for optimization using Power BI.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REQUIREMENTS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2011680" cy="2240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514600"/>
            <a:ext cx="201168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revenue from all items sold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514600"/>
            <a:ext cx="2011680" cy="2240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2514600"/>
            <a:ext cx="201168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6888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Sales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per sale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514600"/>
            <a:ext cx="2011680" cy="2240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2514600"/>
            <a:ext cx="201168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1772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No. of Items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count of different items sold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2514600"/>
            <a:ext cx="2011680" cy="224028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2514600"/>
            <a:ext cx="201168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6656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Rating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 for items sold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blink</a:t>
            </a:r>
            <a:r>
              <a:rPr lang="en-US" sz="20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 </a:t>
            </a:r>
            <a:r>
              <a:rPr lang="en-US" sz="2000" b="1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Granular Requirements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17373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64008" cy="17373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2344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Fat Content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66420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impact of fat content on total sales and how KPIs vary by fat content.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160520" cy="17373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64008" cy="17373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2344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0" y="1234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Item Type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66420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performance of different item types in terms of total sales and associated KPIs.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160520" cy="17373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64008" cy="17373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1546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97280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Content by Outlet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58444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total sales across different outlets segmented by fat content.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160520" cy="1737360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17520"/>
            <a:ext cx="64008" cy="17373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31546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0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Outlet Establishment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58444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how the age or type of outlet establishment influences total sales.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blink</a:t>
            </a:r>
            <a:r>
              <a:rPr lang="en-US" sz="20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 </a:t>
            </a:r>
            <a:r>
              <a:rPr lang="en-US" sz="2000" b="1" dirty="0">
                <a:solidFill>
                  <a:srgbClr val="E8EC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Chart Requirements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8503920" cy="1170432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64008" cy="1170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89888"/>
            <a:ext cx="548640" cy="54864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11887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% Sales by Outlet Size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160934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correlation between outlet size and total sales contribution.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8503920" cy="1170432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77440"/>
            <a:ext cx="64008" cy="1170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88336"/>
            <a:ext cx="548640" cy="54864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88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61872" y="24871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Sales by Outlet Location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61872" y="290779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geographic distribution of sales across different locations.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75888"/>
            <a:ext cx="8503920" cy="1170432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75888"/>
            <a:ext cx="64008" cy="1170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986784"/>
            <a:ext cx="548640" cy="54864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86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61872" y="37856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All Metrics by Outlet Type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61872" y="42062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view of Total Sales, Avg Sales, No. of Items and Avg Rating broken down by outlet type.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 charts will be developed and formatted in Power BI Desktop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On-screen Show (16:9)</PresentationFormat>
  <Paragraphs>60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Sales Analysis</dc:title>
  <dc:subject>PptxGenJS Presentation</dc:subject>
  <dc:creator>PptxGenJS</dc:creator>
  <cp:lastModifiedBy>Abhishek Rawat</cp:lastModifiedBy>
  <cp:revision>1</cp:revision>
  <dcterms:created xsi:type="dcterms:W3CDTF">2026-05-06T18:53:01Z</dcterms:created>
  <dcterms:modified xsi:type="dcterms:W3CDTF">2026-05-06T18:54:37Z</dcterms:modified>
</cp:coreProperties>
</file>